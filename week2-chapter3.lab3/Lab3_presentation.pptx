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840480" cy="3840480"/>
          </a:xfrm>
          <a:prstGeom prst="ellipse">
            <a:avLst/>
          </a:prstGeom>
          <a:solidFill>
            <a:srgbClr val="2C3B4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657600"/>
            <a:ext cx="3108960" cy="3108960"/>
          </a:xfrm>
          <a:prstGeom prst="ellipse">
            <a:avLst/>
          </a:prstGeom>
          <a:solidFill>
            <a:srgbClr val="2C3B4E"/>
          </a:solidFill>
          <a:ln/>
        </p:spPr>
      </p:sp>
      <p:pic>
        <p:nvPicPr>
          <p:cNvPr id="4" name="Image 0" descr="icon_tru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 ·  UNIT 03  ·  EXERCISE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AI Responses With and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Document Context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(Retrieval-Augmented Generation) evaluation built around NovaFleet, a fictional route-optimization SaaS company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Gizem  ·  Samsung Innovation Campus  ·  Unit 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Objective &amp; Method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grounding Gemini in NovaFleet's own documents changes how accurate, specific, and trustworthy its answers become.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3644"/>
            <a:ext cx="502920" cy="50292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6" name="Image 0" descr="icon_fil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184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BASELINE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508760" y="1892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Gemini 3 questions about NovaFleet's HR policy, pricing, and data practices with no supporting documents.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20924"/>
            <a:ext cx="502920" cy="50292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1" name="Image 1" descr="icon_shiel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157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GROUNDED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508760" y="2990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3 NovaFleet source documents (HR policy, Enterprise pricing sheet, data retention policy) and repeat the same 3 questions.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18204"/>
            <a:ext cx="502920" cy="502920"/>
          </a:xfrm>
          <a:prstGeom prst="ellipse">
            <a:avLst/>
          </a:prstGeom>
          <a:solidFill>
            <a:srgbClr val="F4F1EA"/>
          </a:solidFill>
          <a:ln/>
        </p:spPr>
      </p:sp>
      <p:pic>
        <p:nvPicPr>
          <p:cNvPr id="16" name="Image 2" descr="icon_sca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0325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130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COMPARE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508760" y="40873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both response sets across accuracy, specificity, grounding, hallucination risk, and trustworthiness.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4434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tested: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leave &amp; hybrid work model   ·   Enterprise API pricing &amp; request limits   ·   vehicle location-data retention period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95604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 ·  Chapter 3: AI Foundation Models and Platforms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Grounded Responses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3749040"/>
          </a:xfrm>
          <a:prstGeom prst="roundRect">
            <a:avLst>
              <a:gd name="adj" fmla="val 1951"/>
            </a:avLst>
          </a:prstGeom>
          <a:solidFill>
            <a:srgbClr val="F1F1EF"/>
          </a:solidFill>
          <a:ln/>
        </p:spPr>
      </p:sp>
      <p:pic>
        <p:nvPicPr>
          <p:cNvPr id="4" name="Image 0" descr="icon_cross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075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2893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Documents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7240" y="176479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had no company-specific source, so it fell back on generic SaaS industry benchmarks and hedged its numbers instead of confirming anything about NovaFleet.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work model: generic "12–20 days" range, not NovaFleet-specific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pricing/limits: typical SaaS pricing patterns, no exact figures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retention: cited general GDPR norms (30–90 days), unconfirmed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886200" cy="3749040"/>
          </a:xfrm>
          <a:prstGeom prst="roundRect">
            <a:avLst>
              <a:gd name="adj" fmla="val 1951"/>
            </a:avLst>
          </a:prstGeom>
          <a:solidFill>
            <a:srgbClr val="EAF2EF"/>
          </a:solidFill>
          <a:ln/>
        </p:spPr>
      </p:sp>
      <p:pic>
        <p:nvPicPr>
          <p:cNvPr id="9" name="Image 1" descr="icon_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075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28930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Documents (Grounded)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937760" y="176479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NovaFleet's 3 source documents, Gemini extracted exact figures directly from document content, with nothing guessed or filled in.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37760" y="26517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gün ücretli izin (1. yıl) · hibrit: haftada 2 gün ofis / 3 gün uzaktan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paketi: aylık 3.750 TL'den başlıyor, saatlik 50.000 istek limiti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konum verisi: analiz sonrası tam 45 gün saklanıp otomatik siliniyor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495604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 ·  Chapter 3: AI Foundation Models and Platforms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Evaluation Against 5 Criteria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54680"/>
                <a:gridCol w="3154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Leaned on industry averages, not NovaFleet-specific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source figures exactly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ranges, no exact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figures: 20 days, 3.750 TL, 45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connection to actual company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grounded in the 3 source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filled gaps with plausible averages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every answer traceable to source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Trustworthiness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reliable for real decision-making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enough for real business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/>
        </p:spPr>
      </p:sp>
      <p:pic>
        <p:nvPicPr>
          <p:cNvPr id="5" name="Image 0" descr="icon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31596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416052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removed guesswork and produced answers that were specific, source-backed, and business-ready — direct support for using RAG in enterprise AI systems.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495604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  ·  Chapter 3: AI Foundation Models and Platforms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474720" cy="3474720"/>
          </a:xfrm>
          <a:prstGeom prst="ellipse">
            <a:avLst/>
          </a:prstGeom>
          <a:solidFill>
            <a:srgbClr val="2C3B4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91840"/>
            <a:ext cx="3291840" cy="3291840"/>
          </a:xfrm>
          <a:prstGeom prst="ellipse">
            <a:avLst/>
          </a:prstGeom>
          <a:solidFill>
            <a:srgbClr val="2C3B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Matters for Enterprise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C3B4E"/>
          </a:solidFill>
          <a:ln/>
        </p:spPr>
      </p:sp>
      <p:pic>
        <p:nvPicPr>
          <p:cNvPr id="6" name="Image 0" descr="icon_rout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5331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AI is honest but not useful for company-specific questions — it hedges with generic patterns rather than confirming real answers.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2C3B4E"/>
          </a:solidFill>
          <a:ln/>
        </p:spPr>
      </p:sp>
      <p:pic>
        <p:nvPicPr>
          <p:cNvPr id="9" name="Image 1" descr="icon_shiel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500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2199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 turns generic answers into precise, verifiable, citable ones — critical for HR, pricing, and compliance-sensitive information.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2C3B4E"/>
          </a:solidFill>
          <a:ln/>
        </p:spPr>
      </p:sp>
      <p:pic>
        <p:nvPicPr>
          <p:cNvPr id="12" name="Image 2" descr="icon_sca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09067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reliable enterprise deployment, retrieval must be paired with generation: RAG is what closes the gap between a capable model and a trustworthy answer.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NovaFleet RAG Evaluation  ·  Gizem  ·  Samsung Innovation Campus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3 - Comparing AI Responses With and Without Document Context</dc:title>
  <dc:subject>PptxGenJS Presentation</dc:subject>
  <dc:creator>Gizem</dc:creator>
  <cp:lastModifiedBy>Gizem</cp:lastModifiedBy>
  <cp:revision>1</cp:revision>
  <dcterms:created xsi:type="dcterms:W3CDTF">2026-07-07T20:28:53Z</dcterms:created>
  <dcterms:modified xsi:type="dcterms:W3CDTF">2026-07-07T20:28:53Z</dcterms:modified>
</cp:coreProperties>
</file>